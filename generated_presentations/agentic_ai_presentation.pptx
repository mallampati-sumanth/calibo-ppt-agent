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Unlocking Autonomous Decision-Making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164592" cy="548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Agentic AI refers to artificial intelligence that can act autonomously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It enables machines to make decisions and take actions without human intervention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Agentic AI combines machine learning, computer vision, and robotics to create autonomous systems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It has the potential to revolutionize industries such as healthcare, finance, and transportation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Agentic AI can learn from experience and adapt to new situations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164592" cy="548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Agentic AI Core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Perception: Agentic AI perceives its environment through sensors and data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Reasoning: It processes the data and makes decisions based on its goals and objectives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Action: Agentic AI takes action in the environment to achieve its goals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Feedback: It receives feedback from the environment and adjusts its behavior accordingly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Learning: Agentic AI learns from its experiences and adapts to new situations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164592" cy="548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Real-World Use Cases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Autonomous vehicles: Agentic AI can enable self-driving cars to navigate complex roads and traffic scenarios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Smart homes: Agentic AI can control and optimize home automation systems for energy efficiency and comfort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Cybersecurity: Agentic AI can detect and respond to cyber threats in real-time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Job displacement: Agentic AI may displace certain jobs, particularly those that involve repetitive tasks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Bias and fairness: Agentic AI can perpetuate biases and discriminate against certain groups if not designed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164592" cy="548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Safety and CCP (Cognitive Cyber Physical)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CCP systems integrate physical, cyber, and cognitive components to create autonomous systems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Safety is a critical concern in Agentic AI, as autonomous systems can cause harm if they malfunction or are designed poorly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Regulatory frameworks: Governments and organizations are developing regulations to ensure the safe development and deployment of Agentic AI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Transparency and explainability: Agentic AI systems must be transparent and explainable to ensure trust and accountability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Human oversight: Human oversight and monitoring are essential to prevent accidents and ensure safe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164592" cy="548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Conclusion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Agentic AI has the potential to transform industries and revolutionize the way we live and work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However, it also poses significant risks and challenges that must be addressed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Further research is needed to develop safe, transparent, and explainable Agentic AI systems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Collaboration between industry, academia, and government is essential to ensure the responsible development and deployment of Agentic AI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As Agentic AI continues to evolve, it is crucial to prioritize human values and well-being in its design and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164592" cy="548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