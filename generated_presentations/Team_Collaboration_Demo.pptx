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Effective Team Collaboration for Problem Solving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Building stronger teams through collaboration and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Key Benefits of Working as a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Improved Problem Solving: Multiple perspectives and diverse skill sets lead to more innovative and comprehensive solutions</a:t>
            </a:r>
          </a:p>
          <a:p>
            <a:pPr>
              <a:defRPr sz="1800"/>
            </a:pPr>
            <a:r>
              <a:t>Enhanced Team Effectiveness: Clear roles and improved interpersonal relations strengthen team performance and collaboration</a:t>
            </a:r>
          </a:p>
          <a:p>
            <a:pPr>
              <a:defRPr sz="1800"/>
            </a:pPr>
            <a:r>
              <a:t>Increased Productivity: Shared responsibilities and collaborative tasks distribute workload efficiently across the team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Good Collaboration vs Poor Collaboration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1800"/>
            </a:pPr>
            <a:r>
              <a:t>Open communication and active listening</a:t>
            </a:r>
          </a:p>
          <a:p>
            <a:pPr>
              <a:defRPr sz="1800"/>
            </a:pPr>
            <a:r>
              <a:t>Shared responsibility and mutual support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>
              <a:defRPr sz="1800"/>
            </a:pPr>
            <a:r>
              <a:t>Lack of communication and unclear roles</a:t>
            </a:r>
          </a:p>
          <a:p>
            <a:pPr>
              <a:defRPr sz="1800"/>
            </a:pPr>
            <a:r>
              <a:t>Blame-shifting and conflict avoidance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Success</a:t>
            </a:r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7315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/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Effective team collaboration is essential for solving complex problems and achieving organizational goals</a:t>
            </a:r>
          </a:p>
          <a:p>
            <a:pPr>
              <a:defRPr sz="1800"/>
            </a:pPr>
            <a:r>
              <a:t>Success requires clear communication, defined roles, and mutual support among all team members</a:t>
            </a:r>
          </a:p>
          <a:p>
            <a:pPr>
              <a:defRPr sz="1800"/>
            </a:pPr>
            <a:r>
              <a:t>Invest in team building and create an environment where collaboration thrives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